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7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58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79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99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19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80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66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67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68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19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30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3C14F-8ECA-4435-B6EB-9284CCF84A2B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3194D-AD03-4510-886F-5C668DC587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37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108A66-B00A-E8C5-3B46-B2BFBBF9507E}"/>
              </a:ext>
            </a:extLst>
          </p:cNvPr>
          <p:cNvSpPr/>
          <p:nvPr/>
        </p:nvSpPr>
        <p:spPr>
          <a:xfrm>
            <a:off x="413226" y="1112520"/>
            <a:ext cx="2052320" cy="221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3A2760-A5FD-A56E-A19F-8438A9561F3B}"/>
              </a:ext>
            </a:extLst>
          </p:cNvPr>
          <p:cNvSpPr/>
          <p:nvPr/>
        </p:nvSpPr>
        <p:spPr>
          <a:xfrm>
            <a:off x="413226" y="3703320"/>
            <a:ext cx="2052320" cy="221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E54BB27-5A00-8E01-45D4-72FBD9C373B0}"/>
              </a:ext>
            </a:extLst>
          </p:cNvPr>
          <p:cNvCxnSpPr>
            <a:cxnSpLocks/>
            <a:stCxn id="66" idx="2"/>
            <a:endCxn id="7" idx="0"/>
          </p:cNvCxnSpPr>
          <p:nvPr/>
        </p:nvCxnSpPr>
        <p:spPr>
          <a:xfrm>
            <a:off x="1439386" y="3206819"/>
            <a:ext cx="0" cy="496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6F6E8B7-F6FA-0EE0-3D61-DC340D7AA087}"/>
              </a:ext>
            </a:extLst>
          </p:cNvPr>
          <p:cNvCxnSpPr>
            <a:stCxn id="7" idx="1"/>
            <a:endCxn id="4" idx="1"/>
          </p:cNvCxnSpPr>
          <p:nvPr/>
        </p:nvCxnSpPr>
        <p:spPr>
          <a:xfrm rot="10800000">
            <a:off x="413226" y="2222500"/>
            <a:ext cx="12700" cy="25908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sango 11">
            <a:extLst>
              <a:ext uri="{FF2B5EF4-FFF2-40B4-BE49-F238E27FC236}">
                <a16:creationId xmlns:a16="http://schemas.microsoft.com/office/drawing/2014/main" id="{F177DED4-4A1C-524F-C3C5-66680742BE8B}"/>
              </a:ext>
            </a:extLst>
          </p:cNvPr>
          <p:cNvSpPr/>
          <p:nvPr/>
        </p:nvSpPr>
        <p:spPr>
          <a:xfrm>
            <a:off x="3816826" y="1981200"/>
            <a:ext cx="2052320" cy="5283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Logado?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553E09A-49CE-EF01-806C-F1436849DF62}"/>
              </a:ext>
            </a:extLst>
          </p:cNvPr>
          <p:cNvCxnSpPr>
            <a:stCxn id="12" idx="1"/>
            <a:endCxn id="4" idx="3"/>
          </p:cNvCxnSpPr>
          <p:nvPr/>
        </p:nvCxnSpPr>
        <p:spPr>
          <a:xfrm flipH="1" flipV="1">
            <a:off x="2465546" y="2222500"/>
            <a:ext cx="1351280" cy="2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D958F81-30DB-0438-D4AB-445F78616819}"/>
              </a:ext>
            </a:extLst>
          </p:cNvPr>
          <p:cNvSpPr txBox="1"/>
          <p:nvPr/>
        </p:nvSpPr>
        <p:spPr>
          <a:xfrm>
            <a:off x="2719546" y="1773674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8A2E51B5-8CC6-FBC2-F55B-F70CACCD2025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2304256" y="2384276"/>
            <a:ext cx="2548890" cy="125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368C2B1-4D18-5159-BA4B-014E2AA81A34}"/>
              </a:ext>
            </a:extLst>
          </p:cNvPr>
          <p:cNvSpPr/>
          <p:nvPr/>
        </p:nvSpPr>
        <p:spPr>
          <a:xfrm>
            <a:off x="3816826" y="3619500"/>
            <a:ext cx="2052320" cy="221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</a:p>
        </p:txBody>
      </p: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23DA137F-541B-1604-3F2E-E5C70DE09790}"/>
              </a:ext>
            </a:extLst>
          </p:cNvPr>
          <p:cNvCxnSpPr>
            <a:stCxn id="12" idx="3"/>
            <a:endCxn id="25" idx="0"/>
          </p:cNvCxnSpPr>
          <p:nvPr/>
        </p:nvCxnSpPr>
        <p:spPr>
          <a:xfrm flipH="1">
            <a:off x="4842986" y="2245360"/>
            <a:ext cx="1026160" cy="1374140"/>
          </a:xfrm>
          <a:prstGeom prst="bentConnector4">
            <a:avLst>
              <a:gd name="adj1" fmla="val -22277"/>
              <a:gd name="adj2" fmla="val 596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00F4F70-393B-03C3-4183-29ADB8D56AF2}"/>
              </a:ext>
            </a:extLst>
          </p:cNvPr>
          <p:cNvSpPr txBox="1"/>
          <p:nvPr/>
        </p:nvSpPr>
        <p:spPr>
          <a:xfrm>
            <a:off x="5356066" y="252396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87126FB-5959-9C91-5460-144B144E1F67}"/>
              </a:ext>
            </a:extLst>
          </p:cNvPr>
          <p:cNvSpPr txBox="1"/>
          <p:nvPr/>
        </p:nvSpPr>
        <p:spPr>
          <a:xfrm>
            <a:off x="3542503" y="2589014"/>
            <a:ext cx="102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Logou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603EC4B7-B171-96CE-E6A7-049BB45CA319}"/>
              </a:ext>
            </a:extLst>
          </p:cNvPr>
          <p:cNvSpPr/>
          <p:nvPr/>
        </p:nvSpPr>
        <p:spPr>
          <a:xfrm>
            <a:off x="7769065" y="1773674"/>
            <a:ext cx="2052320" cy="221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FCF767D-6429-241F-DA94-B91AE9C4E7E9}"/>
              </a:ext>
            </a:extLst>
          </p:cNvPr>
          <p:cNvSpPr txBox="1"/>
          <p:nvPr/>
        </p:nvSpPr>
        <p:spPr>
          <a:xfrm>
            <a:off x="7847805" y="1773676"/>
            <a:ext cx="189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Tela de </a:t>
            </a:r>
            <a:r>
              <a:rPr lang="pt-BR" dirty="0" err="1"/>
              <a:t>diplay</a:t>
            </a:r>
            <a:r>
              <a:rPr lang="pt-BR" dirty="0"/>
              <a:t> </a:t>
            </a:r>
            <a:r>
              <a:rPr lang="pt-BR" dirty="0" err="1"/>
              <a:t>RecyclerView</a:t>
            </a:r>
            <a:r>
              <a:rPr lang="pt-BR" dirty="0"/>
              <a:t> de listagem dos filmes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C593DC43-AB62-4A60-20A9-A05119A745E0}"/>
              </a:ext>
            </a:extLst>
          </p:cNvPr>
          <p:cNvCxnSpPr>
            <a:cxnSpLocks/>
            <a:stCxn id="70" idx="3"/>
            <a:endCxn id="41" idx="1"/>
          </p:cNvCxnSpPr>
          <p:nvPr/>
        </p:nvCxnSpPr>
        <p:spPr>
          <a:xfrm flipV="1">
            <a:off x="5655785" y="2883654"/>
            <a:ext cx="2113280" cy="17107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853F534F-9BB2-29AA-BF63-F3A15926EB09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5699760" y="3993634"/>
            <a:ext cx="3095465" cy="13512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08B195FA-D61D-44D1-5DAF-6B63AE988D07}"/>
              </a:ext>
            </a:extLst>
          </p:cNvPr>
          <p:cNvSpPr/>
          <p:nvPr/>
        </p:nvSpPr>
        <p:spPr>
          <a:xfrm>
            <a:off x="11934667" y="1773674"/>
            <a:ext cx="2052320" cy="2219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8B88A5A-55B4-5A20-64C8-E83155688A95}"/>
              </a:ext>
            </a:extLst>
          </p:cNvPr>
          <p:cNvSpPr txBox="1"/>
          <p:nvPr/>
        </p:nvSpPr>
        <p:spPr>
          <a:xfrm>
            <a:off x="12061667" y="1831816"/>
            <a:ext cx="192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Tela do filme: apresentação</a:t>
            </a:r>
          </a:p>
        </p:txBody>
      </p: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363A2EE7-2335-6D7A-DE42-D22D4E5C51E9}"/>
              </a:ext>
            </a:extLst>
          </p:cNvPr>
          <p:cNvCxnSpPr>
            <a:stCxn id="41" idx="3"/>
            <a:endCxn id="53" idx="1"/>
          </p:cNvCxnSpPr>
          <p:nvPr/>
        </p:nvCxnSpPr>
        <p:spPr>
          <a:xfrm>
            <a:off x="9821385" y="2883654"/>
            <a:ext cx="21132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9AAA8F8-3A2A-F54D-146E-7CA6868D0A2B}"/>
              </a:ext>
            </a:extLst>
          </p:cNvPr>
          <p:cNvSpPr txBox="1"/>
          <p:nvPr/>
        </p:nvSpPr>
        <p:spPr>
          <a:xfrm>
            <a:off x="10261600" y="2154981"/>
            <a:ext cx="1302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Clicou em um filme?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D913171E-28D8-F807-F111-657834B6F98B}"/>
              </a:ext>
            </a:extLst>
          </p:cNvPr>
          <p:cNvSpPr/>
          <p:nvPr/>
        </p:nvSpPr>
        <p:spPr>
          <a:xfrm>
            <a:off x="3933665" y="670808"/>
            <a:ext cx="1794986" cy="762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Início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E917DC3-DF37-8B11-CE94-BF57C7DD9ECB}"/>
              </a:ext>
            </a:extLst>
          </p:cNvPr>
          <p:cNvSpPr txBox="1"/>
          <p:nvPr/>
        </p:nvSpPr>
        <p:spPr>
          <a:xfrm>
            <a:off x="632936" y="1370121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Tela de login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4B7F10E5-A457-BD4F-081B-16C38B622802}"/>
              </a:ext>
            </a:extLst>
          </p:cNvPr>
          <p:cNvSpPr txBox="1"/>
          <p:nvPr/>
        </p:nvSpPr>
        <p:spPr>
          <a:xfrm>
            <a:off x="678656" y="2199610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 err="1"/>
              <a:t>Func</a:t>
            </a:r>
            <a:r>
              <a:rPr lang="pt-BR" dirty="0"/>
              <a:t>. login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73EFDF9-1BBF-8874-D3C3-E9317C8BA56E}"/>
              </a:ext>
            </a:extLst>
          </p:cNvPr>
          <p:cNvSpPr txBox="1"/>
          <p:nvPr/>
        </p:nvSpPr>
        <p:spPr>
          <a:xfrm>
            <a:off x="626586" y="2560488"/>
            <a:ext cx="162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Func</a:t>
            </a:r>
            <a:r>
              <a:rPr lang="pt-BR" dirty="0">
                <a:solidFill>
                  <a:schemeClr val="bg1"/>
                </a:solidFill>
              </a:rPr>
              <a:t>. cadastro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4D2F3051-50DF-992E-0565-2439B3428BF4}"/>
              </a:ext>
            </a:extLst>
          </p:cNvPr>
          <p:cNvSpPr txBox="1"/>
          <p:nvPr/>
        </p:nvSpPr>
        <p:spPr>
          <a:xfrm>
            <a:off x="4030185" y="4271248"/>
            <a:ext cx="162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 err="1"/>
              <a:t>Func</a:t>
            </a:r>
            <a:r>
              <a:rPr lang="pt-BR" dirty="0"/>
              <a:t>. procurar filme 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6411CD02-B243-78CE-5BC8-9FA71D3DE255}"/>
              </a:ext>
            </a:extLst>
          </p:cNvPr>
          <p:cNvSpPr txBox="1"/>
          <p:nvPr/>
        </p:nvSpPr>
        <p:spPr>
          <a:xfrm>
            <a:off x="4116545" y="3804910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Tela inicial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A5F108E-9B79-5708-D7A4-FFEAB3F1F7E5}"/>
              </a:ext>
            </a:extLst>
          </p:cNvPr>
          <p:cNvSpPr txBox="1"/>
          <p:nvPr/>
        </p:nvSpPr>
        <p:spPr>
          <a:xfrm>
            <a:off x="4074160" y="5021709"/>
            <a:ext cx="162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 err="1"/>
              <a:t>Func</a:t>
            </a:r>
            <a:r>
              <a:rPr lang="pt-BR" dirty="0"/>
              <a:t>. listar filmes 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DAA0DE11-A558-E641-4B27-3C5683713504}"/>
              </a:ext>
            </a:extLst>
          </p:cNvPr>
          <p:cNvSpPr txBox="1"/>
          <p:nvPr/>
        </p:nvSpPr>
        <p:spPr>
          <a:xfrm>
            <a:off x="632936" y="4271248"/>
            <a:ext cx="162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dirty="0"/>
              <a:t>Tela de cadastro</a:t>
            </a:r>
          </a:p>
        </p:txBody>
      </p: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2BBEE983-AC0B-2123-79C2-6585B4B76AD2}"/>
              </a:ext>
            </a:extLst>
          </p:cNvPr>
          <p:cNvCxnSpPr>
            <a:stCxn id="59" idx="4"/>
            <a:endCxn id="12" idx="0"/>
          </p:cNvCxnSpPr>
          <p:nvPr/>
        </p:nvCxnSpPr>
        <p:spPr>
          <a:xfrm>
            <a:off x="4831158" y="1433304"/>
            <a:ext cx="11828" cy="547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970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FFFFFF"/>
      </a:dk1>
      <a:lt1>
        <a:sysClr val="window" lastClr="2D3236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</Words>
  <Application>Microsoft Office PowerPoint</Application>
  <PresentationFormat>Personalizar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365</dc:creator>
  <cp:lastModifiedBy>jorge 365</cp:lastModifiedBy>
  <cp:revision>1</cp:revision>
  <dcterms:created xsi:type="dcterms:W3CDTF">2025-03-01T18:36:58Z</dcterms:created>
  <dcterms:modified xsi:type="dcterms:W3CDTF">2025-03-01T18:50:34Z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2025-03-01T18:49:39Z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09ce846a-2150-4af4-8c45-d9e98baed2c1</vt:lpwstr>
  </property>
  <property fmtid="{D5CDD505-2E9C-101B-9397-08002B2CF9AE}" pid="7" name="MSIP_Label_defa4170-0d19-0005-0004-bc88714345d2_ActionId">
    <vt:lpwstr>3589ea78-a055-4c61-9e24-743c55dbb4e5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